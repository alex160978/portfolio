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8" r:id="rId5"/>
    <p:sldId id="269" r:id="rId6"/>
    <p:sldId id="270" r:id="rId7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6517" autoAdjust="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30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F3C82B-095E-432A-8E4F-E087C387918F}" type="datetime1">
              <a:rPr lang="ru-RU" smtClean="0"/>
              <a:t>13.01.2025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6B3739-9081-478F-812E-AE7CE140632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2104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84735-1BB6-4763-8A8D-34C11DAC25B4}" type="datetime1">
              <a:rPr lang="ru-RU" smtClean="0"/>
              <a:pPr/>
              <a:t>13.01.2025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60CF8BB-EBC7-4B8F-9632-A5A136FBB880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7036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0232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309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9167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09600" y="755780"/>
            <a:ext cx="6858000" cy="3200400"/>
          </a:xfrm>
        </p:spPr>
        <p:txBody>
          <a:bodyPr rtlCol="0" anchor="b">
            <a:normAutofit/>
          </a:bodyPr>
          <a:lstStyle>
            <a:lvl1pPr algn="l">
              <a:lnSpc>
                <a:spcPct val="75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9600" y="3956180"/>
            <a:ext cx="6858000" cy="109728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50C32B-13BC-41B2-AB2D-75A69B5D8E60}" type="datetime1">
              <a:rPr lang="ru-RU" noProof="0" smtClean="0"/>
              <a:t>13.01.2025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E06C3B4A-3BD8-46EE-A306-574C8F1203AA}" type="datetime1">
              <a:rPr lang="ru-RU" noProof="0" smtClean="0"/>
              <a:t>13.01.2025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E31375A4-56A4-47D6-9801-1991572033F7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822960"/>
            <a:ext cx="8686800" cy="2011680"/>
          </a:xfrm>
        </p:spPr>
        <p:txBody>
          <a:bodyPr rtlCol="0" anchor="b">
            <a:normAutofit/>
          </a:bodyPr>
          <a:lstStyle>
            <a:lvl1pPr>
              <a:defRPr sz="660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2834640"/>
            <a:ext cx="8686800" cy="109728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981200" y="1981200"/>
            <a:ext cx="4572000" cy="448056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781800" y="1981200"/>
            <a:ext cx="4572000" cy="448056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7066F1-56AD-4A65-8D23-47D03E281CDD}" type="datetime1">
              <a:rPr lang="ru-RU" noProof="0" smtClean="0"/>
              <a:t>13.01.2025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981200" y="1679448"/>
            <a:ext cx="4572000" cy="830487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981200" y="2509935"/>
            <a:ext cx="4572000" cy="396706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781800" y="1679448"/>
            <a:ext cx="4572000" cy="830487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781800" y="2509935"/>
            <a:ext cx="4572000" cy="396706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538DC8-A5CF-403B-A700-B1EE2B32A73F}" type="datetime1">
              <a:rPr lang="ru-RU" noProof="0" smtClean="0"/>
              <a:t>13.01.2025</a:t>
            </a:fld>
            <a:endParaRPr lang="ru-RU" noProof="0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48CB36-2A7D-4294-8E4B-2CBD284FA1A2}" type="datetime1">
              <a:rPr lang="ru-RU" noProof="0" smtClean="0"/>
              <a:t>13.01.2025</a:t>
            </a:fld>
            <a:endParaRPr lang="ru-RU" noProof="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077C20-F13B-4081-A448-651CC7F79BA0}" type="datetime1">
              <a:rPr lang="ru-RU" noProof="0" smtClean="0"/>
              <a:t>13.01.2025</a:t>
            </a:fld>
            <a:endParaRPr lang="ru-RU" noProof="0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59420" y="408993"/>
            <a:ext cx="4800937" cy="1828800"/>
          </a:xfrm>
        </p:spPr>
        <p:txBody>
          <a:bodyPr rtlCol="0" anchor="b">
            <a:noAutofit/>
          </a:bodyPr>
          <a:lstStyle>
            <a:lvl1pPr>
              <a:defRPr sz="440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6491" y="381000"/>
            <a:ext cx="5489510" cy="5791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559420" y="2237793"/>
            <a:ext cx="4800937" cy="18288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503EF6-DB2E-40D3-9F86-4A2B56C7C971}" type="datetime1">
              <a:rPr lang="ru-RU" noProof="0" smtClean="0"/>
              <a:t>13.01.2025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56248" y="384048"/>
            <a:ext cx="4800600" cy="1828800"/>
          </a:xfrm>
        </p:spPr>
        <p:txBody>
          <a:bodyPr rtlCol="0" anchor="b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Рисунок 2" descr="Пустой заполнитель, вместо которого можно добавить изображение. Щелкните заполнитель и выберите изображение, которое необходимо добавить"/>
          <p:cNvSpPr>
            <a:spLocks noGrp="1"/>
          </p:cNvSpPr>
          <p:nvPr>
            <p:ph type="pic" idx="1"/>
          </p:nvPr>
        </p:nvSpPr>
        <p:spPr>
          <a:xfrm>
            <a:off x="0" y="0"/>
            <a:ext cx="6096000" cy="6858000"/>
          </a:xfrm>
          <a:ln>
            <a:noFill/>
          </a:ln>
        </p:spPr>
        <p:txBody>
          <a:bodyPr tIns="4572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556249" y="2240280"/>
            <a:ext cx="4799140" cy="18288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57120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CDA88E-7571-482A-A17D-AE45349CD010}" type="datetime1">
              <a:rPr lang="ru-RU" noProof="0" smtClean="0"/>
              <a:t>13.01.2025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9342120" y="380999"/>
            <a:ext cx="2011680" cy="6096001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981199" y="380999"/>
            <a:ext cx="7074859" cy="6096001"/>
          </a:xfrm>
        </p:spPr>
        <p:txBody>
          <a:bodyPr vert="eaVert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EB8D07-12B7-4CC0-91DA-BA7EDDEA5EBC}" type="datetime1">
              <a:rPr lang="ru-RU" noProof="0" smtClean="0"/>
              <a:t>13.01.2025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9372600" cy="1295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981200" y="1987419"/>
            <a:ext cx="9372600" cy="4483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1631790" y="5586761"/>
            <a:ext cx="280731" cy="883759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374A4930-1B63-4514-8E07-EEB83AF0186B}" type="datetime1">
              <a:rPr lang="ru-RU" noProof="0" smtClean="0"/>
              <a:t>13.01.2025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1631790" y="365125"/>
            <a:ext cx="280730" cy="5139936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313321" y="6268940"/>
            <a:ext cx="722377" cy="201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E31375A4-56A4-47D6-9801-1991572033F7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baseline="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74320" algn="l" defTabSz="914400" rtl="0" eaLnBrk="1" latinLnBrk="0" hangingPunct="1">
        <a:lnSpc>
          <a:spcPct val="90000"/>
        </a:lnSpc>
        <a:spcBef>
          <a:spcPts val="1200"/>
        </a:spcBef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 dirty="0"/>
              <a:t>АНАЛИТИКА ПРОДАЖ</a:t>
            </a:r>
          </a:p>
        </p:txBody>
      </p:sp>
    </p:spTree>
    <p:extLst>
      <p:ext uri="{BB962C8B-B14F-4D97-AF65-F5344CB8AC3E}">
        <p14:creationId xmlns:p14="http://schemas.microsoft.com/office/powerpoint/2010/main" val="241325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B373044-4690-583C-DBC7-117BC18BA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48223"/>
            <a:ext cx="12192000" cy="480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33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BF192E-456E-B5BD-986A-DAF3EAC17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" y="0"/>
            <a:ext cx="121868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955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Каркас здания 16:9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098_TF03031027.potx" id="{667A01F6-2F51-425F-94C1-39BDFAB2BB73}" vid="{18C78E98-E692-4FC3-9168-C02C7CDE364C}"/>
    </a:ext>
  </a:extLst>
</a:theme>
</file>

<file path=ppt/theme/theme2.xml><?xml version="1.0" encoding="utf-8"?>
<a:theme xmlns:a="http://schemas.openxmlformats.org/drawingml/2006/main" name="Тема Office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D6EEDF-527A-4587-A446-F1DE3EAF9D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30C5B9-1E5F-4356-968E-2FC64955BFF3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40262f94-9f35-4ac3-9a90-690165a166b7"/>
    <ds:schemaRef ds:uri="a4f35948-e619-41b3-aa29-22878b09cfd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E6DFB71-5650-4E53-8134-FCF33ECDD3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для бизнеса с рисунком каркаса здания (широкоэкранный формат)</Template>
  <TotalTime>7</TotalTime>
  <Words>5</Words>
  <Application>Microsoft Office PowerPoint</Application>
  <PresentationFormat>Широкоэкранный</PresentationFormat>
  <Paragraphs>4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6" baseType="lpstr">
      <vt:lpstr>Arial</vt:lpstr>
      <vt:lpstr>Calibri</vt:lpstr>
      <vt:lpstr>Каркас здания 16:9</vt:lpstr>
      <vt:lpstr>АНАЛИТИКА ПРОДАЖ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</dc:creator>
  <cp:lastModifiedBy>Александр</cp:lastModifiedBy>
  <cp:revision>2</cp:revision>
  <dcterms:created xsi:type="dcterms:W3CDTF">2025-01-13T10:11:15Z</dcterms:created>
  <dcterms:modified xsi:type="dcterms:W3CDTF">2025-01-13T10:20:45Z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